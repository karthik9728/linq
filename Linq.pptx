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1" r:id="rId5"/>
    <p:sldId id="260" r:id="rId6"/>
    <p:sldId id="262" r:id="rId7"/>
    <p:sldId id="265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 phldr="1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5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5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5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5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4" presStyleCnt="5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4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6CDE5E31-82D0-44B4-9851-51270AD36F74}" type="presParOf" srcId="{F9C02ED2-41ED-4C7D-8F8E-99F5BBCD07D5}" destId="{BDB7441E-3A2E-404B-B635-D2DE28845F54}" srcOrd="8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507158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45674" cy="988126"/>
      </dsp:txXfrm>
    </dsp:sp>
    <dsp:sp modelId="{C6455CD1-D5EE-4002-A627-A49B92DFEADD}">
      <dsp:nvSpPr>
        <dsp:cNvPr id="0" name=""/>
        <dsp:cNvSpPr/>
      </dsp:nvSpPr>
      <dsp:spPr>
        <a:xfrm>
          <a:off x="4220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Object</a:t>
          </a:r>
          <a:endParaRPr lang="en-IN" sz="3900" kern="1200" dirty="0"/>
        </a:p>
      </dsp:txBody>
      <dsp:txXfrm>
        <a:off x="34962" y="1342670"/>
        <a:ext cx="1907623" cy="988126"/>
      </dsp:txXfrm>
    </dsp:sp>
    <dsp:sp modelId="{D605A22C-FCB7-432D-A61C-937CC3AA7329}">
      <dsp:nvSpPr>
        <dsp:cNvPr id="0" name=""/>
        <dsp:cNvSpPr/>
      </dsp:nvSpPr>
      <dsp:spPr>
        <a:xfrm>
          <a:off x="2138733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XML</a:t>
          </a:r>
          <a:endParaRPr lang="en-IN" sz="3900" kern="1200" dirty="0"/>
        </a:p>
      </dsp:txBody>
      <dsp:txXfrm>
        <a:off x="2169475" y="1342670"/>
        <a:ext cx="1907623" cy="988126"/>
      </dsp:txXfrm>
    </dsp:sp>
    <dsp:sp modelId="{083C68F1-121D-47F9-812B-6E96DA418BAD}">
      <dsp:nvSpPr>
        <dsp:cNvPr id="0" name=""/>
        <dsp:cNvSpPr/>
      </dsp:nvSpPr>
      <dsp:spPr>
        <a:xfrm>
          <a:off x="4273246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Dataset</a:t>
          </a:r>
          <a:endParaRPr lang="en-IN" sz="3900" kern="1200" dirty="0"/>
        </a:p>
      </dsp:txBody>
      <dsp:txXfrm>
        <a:off x="4303988" y="1342670"/>
        <a:ext cx="1907623" cy="988126"/>
      </dsp:txXfrm>
    </dsp:sp>
    <dsp:sp modelId="{34964A98-ADA1-4575-8410-E288B3B7D446}">
      <dsp:nvSpPr>
        <dsp:cNvPr id="0" name=""/>
        <dsp:cNvSpPr/>
      </dsp:nvSpPr>
      <dsp:spPr>
        <a:xfrm>
          <a:off x="6407758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Entities</a:t>
          </a:r>
          <a:endParaRPr lang="en-IN" sz="3900" kern="1200" dirty="0"/>
        </a:p>
      </dsp:txBody>
      <dsp:txXfrm>
        <a:off x="6438500" y="1342670"/>
        <a:ext cx="1907623" cy="988126"/>
      </dsp:txXfrm>
    </dsp:sp>
    <dsp:sp modelId="{700B5B8A-756B-4351-A9FB-0E9AB85C5C8D}">
      <dsp:nvSpPr>
        <dsp:cNvPr id="0" name=""/>
        <dsp:cNvSpPr/>
      </dsp:nvSpPr>
      <dsp:spPr>
        <a:xfrm>
          <a:off x="8542271" y="1311928"/>
          <a:ext cx="1969107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0" lvl="0" indent="0" algn="ct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900" kern="1200" dirty="0"/>
            <a:t>Json</a:t>
          </a:r>
          <a:endParaRPr lang="en-IN" sz="3900" kern="1200" dirty="0"/>
        </a:p>
      </dsp:txBody>
      <dsp:txXfrm>
        <a:off x="8573013" y="1342670"/>
        <a:ext cx="1907623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22-02-2026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21760" cy="4486275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Purpose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Object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XML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Dataset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Entities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to Json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9D9874-4049-7E8C-3340-10B48A644F01}"/>
              </a:ext>
            </a:extLst>
          </p:cNvPr>
          <p:cNvSpPr txBox="1">
            <a:spLocks/>
          </p:cNvSpPr>
          <p:nvPr/>
        </p:nvSpPr>
        <p:spPr>
          <a:xfrm>
            <a:off x="4759960" y="1690687"/>
            <a:ext cx="4912360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Standard Query Operators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Projection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Set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Sorting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Quantifier Operations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Partitioning</a:t>
            </a:r>
          </a:p>
          <a:p>
            <a:pPr lvl="1">
              <a:lnSpc>
                <a:spcPct val="100000"/>
              </a:lnSpc>
            </a:pPr>
            <a:r>
              <a:rPr lang="en-IN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Join Operations</a:t>
            </a:r>
          </a:p>
          <a:p>
            <a:pPr lvl="1">
              <a:lnSpc>
                <a:spcPct val="100000"/>
              </a:lnSpc>
            </a:pPr>
            <a:r>
              <a:rPr lang="en-IN">
                <a:solidFill>
                  <a:schemeClr val="accent5">
                    <a:lumMod val="40000"/>
                    <a:lumOff val="60000"/>
                  </a:schemeClr>
                </a:solidFill>
              </a:rPr>
              <a:t>Grouping</a:t>
            </a:r>
            <a:endParaRPr lang="en-IN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  <a:p>
            <a:endParaRPr lang="en-IN" b="1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6033624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00252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Filters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Where, TypeOf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Projection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Select, SelectMany, Zip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Set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Distinct, DistinctBy, Except, ExceptBy, Intersect, IntersectBy, Union, UnionBy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Sorting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OrderBy, OrderByDescending, ThenBy, ThenByDescending, Reverse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CC21A-1005-1D13-F6FF-5D07F1646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21E033C-9680-A632-9752-486B76AE4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571DA-4398-DCC2-C276-FFA01EDE65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7560" y="1690688"/>
            <a:ext cx="10927080" cy="4181792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Quantifier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All, Any, Contains 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Partitioning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Skip, Take, SkipWhile, TakeWhile, Chunk</a:t>
            </a: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Join Operations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Join, GroupJoin, LeftJoin, RightJoin</a:t>
            </a:r>
            <a:endParaRPr lang="en-IN" b="1" dirty="0">
              <a:solidFill>
                <a:schemeClr val="bg1">
                  <a:lumMod val="95000"/>
                </a:schemeClr>
              </a:solidFill>
            </a:endParaRPr>
          </a:p>
          <a:p>
            <a:pPr>
              <a:lnSpc>
                <a:spcPct val="100000"/>
              </a:lnSpc>
            </a:pPr>
            <a:r>
              <a:rPr lang="en-IN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Grouping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GroupBy, ToLookup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55BE12-D7E1-CAA0-05D2-7E1A186657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</p:spTree>
    <p:extLst>
      <p:ext uri="{BB962C8B-B14F-4D97-AF65-F5344CB8AC3E}">
        <p14:creationId xmlns:p14="http://schemas.microsoft.com/office/powerpoint/2010/main" val="11379653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210</Words>
  <Application>Microsoft Office PowerPoint</Application>
  <PresentationFormat>Widescreen</PresentationFormat>
  <Paragraphs>67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58</cp:revision>
  <dcterms:created xsi:type="dcterms:W3CDTF">2026-02-19T06:05:32Z</dcterms:created>
  <dcterms:modified xsi:type="dcterms:W3CDTF">2026-02-22T01:27:05Z</dcterms:modified>
</cp:coreProperties>
</file>