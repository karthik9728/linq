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 Data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 data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Converting Data Types 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 Data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0252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690688"/>
            <a:ext cx="10927080" cy="418179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GroupJoin, LeftJoin, RightJoin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216</Words>
  <Application>Microsoft Office PowerPoint</Application>
  <PresentationFormat>Widescreen</PresentationFormat>
  <Paragraphs>68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57</cp:revision>
  <dcterms:created xsi:type="dcterms:W3CDTF">2026-02-19T06:05:32Z</dcterms:created>
  <dcterms:modified xsi:type="dcterms:W3CDTF">2026-02-22T01:26:34Z</dcterms:modified>
</cp:coreProperties>
</file>