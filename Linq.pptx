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</a:t>
            </a: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231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8721"/>
            <a:ext cx="10002520" cy="530415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Element Operations</a:t>
            </a:r>
            <a:endParaRPr lang="en-US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First, FirstOrDefault, Last, LastOrDefault, Single, SingleOrDefault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381760"/>
            <a:ext cx="10927080" cy="4795520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Aggregate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Min, Max, Count, Sum, Average, Sequence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LeftJoin, RightJoin, GroupJoin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663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236</Words>
  <Application>Microsoft Office PowerPoint</Application>
  <PresentationFormat>Widescreen</PresentationFormat>
  <Paragraphs>71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63</cp:revision>
  <dcterms:created xsi:type="dcterms:W3CDTF">2026-02-19T06:05:32Z</dcterms:created>
  <dcterms:modified xsi:type="dcterms:W3CDTF">2026-02-23T04:53:11Z</dcterms:modified>
</cp:coreProperties>
</file>