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Converting Data Types 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 Data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51840"/>
            <a:ext cx="10927080" cy="547624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SkipWhile, Take,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Converting Data Types 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AsEnumerable, AsQueryable, Cast, ToArray, ToDictionary, ToList, ToLookup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GroupJoin, LeftJoin, RightJoin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232</Words>
  <Application>Microsoft Office PowerPoint</Application>
  <PresentationFormat>Widescreen</PresentationFormat>
  <Paragraphs>69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50</cp:revision>
  <dcterms:created xsi:type="dcterms:W3CDTF">2026-02-19T06:05:32Z</dcterms:created>
  <dcterms:modified xsi:type="dcterms:W3CDTF">2026-02-21T23:01:18Z</dcterms:modified>
</cp:coreProperties>
</file>