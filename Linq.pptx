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LeftJoin, RightJoin, GroupJoin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210</Words>
  <Application>Microsoft Office PowerPoint</Application>
  <PresentationFormat>Widescreen</PresentationFormat>
  <Paragraphs>67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60</cp:revision>
  <dcterms:created xsi:type="dcterms:W3CDTF">2026-02-19T06:05:32Z</dcterms:created>
  <dcterms:modified xsi:type="dcterms:W3CDTF">2026-02-22T03:41:24Z</dcterms:modified>
</cp:coreProperties>
</file>