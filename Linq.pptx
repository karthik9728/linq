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0" r:id="rId6"/>
    <p:sldId id="263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5D5"/>
    <a:srgbClr val="B67596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B4BCA4-85FB-4351-A598-3AD8FEE5D0CE}" type="doc">
      <dgm:prSet loTypeId="urn:microsoft.com/office/officeart/2005/8/layout/hierarchy4" loCatId="hierarchy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4A0EFEE-1481-455F-8BA7-F6D65DB4F566}">
      <dgm:prSet/>
      <dgm:spPr/>
      <dgm:t>
        <a:bodyPr/>
        <a:lstStyle/>
        <a:p>
          <a:r>
            <a:rPr lang="en-US" dirty="0"/>
            <a:t>Linq</a:t>
          </a:r>
          <a:endParaRPr lang="en-IN" dirty="0"/>
        </a:p>
      </dgm:t>
    </dgm:pt>
    <dgm:pt modelId="{3854FF0B-E68D-4666-A22F-EBB58683712A}" type="parTrans" cxnId="{6E707B56-9E16-42F5-A633-A6507C54BD60}">
      <dgm:prSet/>
      <dgm:spPr/>
      <dgm:t>
        <a:bodyPr/>
        <a:lstStyle/>
        <a:p>
          <a:endParaRPr lang="en-IN"/>
        </a:p>
      </dgm:t>
    </dgm:pt>
    <dgm:pt modelId="{58F3AF7D-96C0-4B74-BCD5-E668B0B0CB10}" type="sibTrans" cxnId="{6E707B56-9E16-42F5-A633-A6507C54BD60}">
      <dgm:prSet/>
      <dgm:spPr/>
      <dgm:t>
        <a:bodyPr/>
        <a:lstStyle/>
        <a:p>
          <a:endParaRPr lang="en-IN"/>
        </a:p>
      </dgm:t>
    </dgm:pt>
    <dgm:pt modelId="{3F1CF48A-3DB5-4CC1-980A-810A9507A764}">
      <dgm:prSet/>
      <dgm:spPr/>
      <dgm:t>
        <a:bodyPr/>
        <a:lstStyle/>
        <a:p>
          <a:r>
            <a:rPr lang="en-US" dirty="0"/>
            <a:t>Object</a:t>
          </a:r>
          <a:endParaRPr lang="en-IN" dirty="0"/>
        </a:p>
      </dgm:t>
    </dgm:pt>
    <dgm:pt modelId="{394DFCF8-59F3-41C1-8492-093173F9A775}" type="parTrans" cxnId="{753964D5-26F4-4FC0-A7D2-3F058CAF7CFF}">
      <dgm:prSet/>
      <dgm:spPr/>
      <dgm:t>
        <a:bodyPr/>
        <a:lstStyle/>
        <a:p>
          <a:endParaRPr lang="en-IN"/>
        </a:p>
      </dgm:t>
    </dgm:pt>
    <dgm:pt modelId="{CB0DEC35-FF43-450C-8C51-70BF1E530608}" type="sibTrans" cxnId="{753964D5-26F4-4FC0-A7D2-3F058CAF7CFF}">
      <dgm:prSet/>
      <dgm:spPr/>
      <dgm:t>
        <a:bodyPr/>
        <a:lstStyle/>
        <a:p>
          <a:endParaRPr lang="en-IN"/>
        </a:p>
      </dgm:t>
    </dgm:pt>
    <dgm:pt modelId="{DAA0CDEA-66FF-4B59-83C0-5DF3739FF634}">
      <dgm:prSet/>
      <dgm:spPr/>
      <dgm:t>
        <a:bodyPr/>
        <a:lstStyle/>
        <a:p>
          <a:r>
            <a:rPr lang="en-US" dirty="0"/>
            <a:t>XML</a:t>
          </a:r>
          <a:endParaRPr lang="en-IN" dirty="0"/>
        </a:p>
      </dgm:t>
    </dgm:pt>
    <dgm:pt modelId="{DD59B271-10F8-41F9-B260-3DFE1A85B8E2}" type="parTrans" cxnId="{27FAF6ED-CC17-473F-B9E9-CA2E58D56FCB}">
      <dgm:prSet/>
      <dgm:spPr/>
      <dgm:t>
        <a:bodyPr/>
        <a:lstStyle/>
        <a:p>
          <a:endParaRPr lang="en-IN"/>
        </a:p>
      </dgm:t>
    </dgm:pt>
    <dgm:pt modelId="{C412EB56-B50A-473F-810A-549DB18D03C3}" type="sibTrans" cxnId="{27FAF6ED-CC17-473F-B9E9-CA2E58D56FCB}">
      <dgm:prSet/>
      <dgm:spPr/>
      <dgm:t>
        <a:bodyPr/>
        <a:lstStyle/>
        <a:p>
          <a:endParaRPr lang="en-IN"/>
        </a:p>
      </dgm:t>
    </dgm:pt>
    <dgm:pt modelId="{8E841FF5-0E8C-4BFD-8529-DBCB26613345}">
      <dgm:prSet/>
      <dgm:spPr/>
      <dgm:t>
        <a:bodyPr/>
        <a:lstStyle/>
        <a:p>
          <a:r>
            <a:rPr lang="en-US" dirty="0"/>
            <a:t>Dataset</a:t>
          </a:r>
          <a:endParaRPr lang="en-IN" dirty="0"/>
        </a:p>
      </dgm:t>
    </dgm:pt>
    <dgm:pt modelId="{4D46C5D5-D547-4E98-B265-8163F02CC2F1}" type="parTrans" cxnId="{5CD23F1E-966D-40BA-8E0D-C05483DBEADC}">
      <dgm:prSet/>
      <dgm:spPr/>
      <dgm:t>
        <a:bodyPr/>
        <a:lstStyle/>
        <a:p>
          <a:endParaRPr lang="en-IN"/>
        </a:p>
      </dgm:t>
    </dgm:pt>
    <dgm:pt modelId="{39258CEA-B2DF-4A22-B61F-4779326743A7}" type="sibTrans" cxnId="{5CD23F1E-966D-40BA-8E0D-C05483DBEADC}">
      <dgm:prSet/>
      <dgm:spPr/>
      <dgm:t>
        <a:bodyPr/>
        <a:lstStyle/>
        <a:p>
          <a:endParaRPr lang="en-IN"/>
        </a:p>
      </dgm:t>
    </dgm:pt>
    <dgm:pt modelId="{129ADA62-A5C2-4EC0-9A2E-241948584589}">
      <dgm:prSet/>
      <dgm:spPr/>
      <dgm:t>
        <a:bodyPr/>
        <a:lstStyle/>
        <a:p>
          <a:r>
            <a:rPr lang="en-US" dirty="0"/>
            <a:t>Entities</a:t>
          </a:r>
          <a:endParaRPr lang="en-IN" dirty="0"/>
        </a:p>
      </dgm:t>
    </dgm:pt>
    <dgm:pt modelId="{5AFF4AC5-8D75-43B7-89D0-85C71614F3FB}" type="parTrans" cxnId="{723DB822-3A53-4DFC-A993-C9810E09A1F8}">
      <dgm:prSet/>
      <dgm:spPr/>
      <dgm:t>
        <a:bodyPr/>
        <a:lstStyle/>
        <a:p>
          <a:endParaRPr lang="en-IN"/>
        </a:p>
      </dgm:t>
    </dgm:pt>
    <dgm:pt modelId="{32BE1DA4-D1AE-4DCD-9671-BE23C2331188}" type="sibTrans" cxnId="{723DB822-3A53-4DFC-A993-C9810E09A1F8}">
      <dgm:prSet/>
      <dgm:spPr/>
      <dgm:t>
        <a:bodyPr/>
        <a:lstStyle/>
        <a:p>
          <a:endParaRPr lang="en-IN"/>
        </a:p>
      </dgm:t>
    </dgm:pt>
    <dgm:pt modelId="{1C8E9C65-040F-47BF-9E15-FC4505F7A581}">
      <dgm:prSet/>
      <dgm:spPr/>
      <dgm:t>
        <a:bodyPr/>
        <a:lstStyle/>
        <a:p>
          <a:r>
            <a:rPr lang="en-US" dirty="0"/>
            <a:t>Json</a:t>
          </a:r>
          <a:endParaRPr lang="en-IN" dirty="0"/>
        </a:p>
      </dgm:t>
    </dgm:pt>
    <dgm:pt modelId="{1D5460C8-7CF6-487C-B18C-7443D1775018}" type="parTrans" cxnId="{98DFAAE4-92CD-4C9F-82F5-2F8B9D14B2AE}">
      <dgm:prSet/>
      <dgm:spPr/>
      <dgm:t>
        <a:bodyPr/>
        <a:lstStyle/>
        <a:p>
          <a:endParaRPr lang="en-IN"/>
        </a:p>
      </dgm:t>
    </dgm:pt>
    <dgm:pt modelId="{5B450A90-928E-48BE-AA5C-54A5E2693FD9}" type="sibTrans" cxnId="{98DFAAE4-92CD-4C9F-82F5-2F8B9D14B2AE}">
      <dgm:prSet/>
      <dgm:spPr/>
      <dgm:t>
        <a:bodyPr/>
        <a:lstStyle/>
        <a:p>
          <a:endParaRPr lang="en-IN"/>
        </a:p>
      </dgm:t>
    </dgm:pt>
    <dgm:pt modelId="{9E19E57A-0E06-4E1E-BC85-25636A08E2A8}" type="pres">
      <dgm:prSet presAssocID="{2DB4BCA4-85FB-4351-A598-3AD8FEE5D0CE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B22A180-3F88-43C3-96CA-7897CAAE3B9C}" type="pres">
      <dgm:prSet presAssocID="{C4A0EFEE-1481-455F-8BA7-F6D65DB4F566}" presName="vertOne" presStyleCnt="0"/>
      <dgm:spPr/>
    </dgm:pt>
    <dgm:pt modelId="{D7F02BD0-EE8D-4F56-9C8A-84FD4A2956FA}" type="pres">
      <dgm:prSet presAssocID="{C4A0EFEE-1481-455F-8BA7-F6D65DB4F566}" presName="txOne" presStyleLbl="node0" presStyleIdx="0" presStyleCnt="1" custLinFactY="-2749" custLinFactNeighborX="-558" custLinFactNeighborY="-100000">
        <dgm:presLayoutVars>
          <dgm:chPref val="3"/>
        </dgm:presLayoutVars>
      </dgm:prSet>
      <dgm:spPr/>
    </dgm:pt>
    <dgm:pt modelId="{A94790DD-5C20-4585-9B00-7EE31A8A5582}" type="pres">
      <dgm:prSet presAssocID="{C4A0EFEE-1481-455F-8BA7-F6D65DB4F566}" presName="parTransOne" presStyleCnt="0"/>
      <dgm:spPr/>
    </dgm:pt>
    <dgm:pt modelId="{F9C02ED2-41ED-4C7D-8F8E-99F5BBCD07D5}" type="pres">
      <dgm:prSet presAssocID="{C4A0EFEE-1481-455F-8BA7-F6D65DB4F566}" presName="horzOne" presStyleCnt="0"/>
      <dgm:spPr/>
    </dgm:pt>
    <dgm:pt modelId="{BDBA3D77-D0D0-4FBF-A25E-3E878633668E}" type="pres">
      <dgm:prSet presAssocID="{3F1CF48A-3DB5-4CC1-980A-810A9507A764}" presName="vertTwo" presStyleCnt="0"/>
      <dgm:spPr/>
    </dgm:pt>
    <dgm:pt modelId="{C6455CD1-D5EE-4002-A627-A49B92DFEADD}" type="pres">
      <dgm:prSet presAssocID="{3F1CF48A-3DB5-4CC1-980A-810A9507A764}" presName="txTwo" presStyleLbl="node2" presStyleIdx="0" presStyleCnt="5">
        <dgm:presLayoutVars>
          <dgm:chPref val="3"/>
        </dgm:presLayoutVars>
      </dgm:prSet>
      <dgm:spPr/>
    </dgm:pt>
    <dgm:pt modelId="{3A6FC45C-BDB0-462A-BA3B-346E6B670FAA}" type="pres">
      <dgm:prSet presAssocID="{3F1CF48A-3DB5-4CC1-980A-810A9507A764}" presName="horzTwo" presStyleCnt="0"/>
      <dgm:spPr/>
    </dgm:pt>
    <dgm:pt modelId="{03D87B68-4C1D-427F-93C4-4A1298B069BD}" type="pres">
      <dgm:prSet presAssocID="{CB0DEC35-FF43-450C-8C51-70BF1E530608}" presName="sibSpaceTwo" presStyleCnt="0"/>
      <dgm:spPr/>
    </dgm:pt>
    <dgm:pt modelId="{FCE0C76E-3B6A-4B2D-9540-C36D4B47A4E4}" type="pres">
      <dgm:prSet presAssocID="{DAA0CDEA-66FF-4B59-83C0-5DF3739FF634}" presName="vertTwo" presStyleCnt="0"/>
      <dgm:spPr/>
    </dgm:pt>
    <dgm:pt modelId="{D605A22C-FCB7-432D-A61C-937CC3AA7329}" type="pres">
      <dgm:prSet presAssocID="{DAA0CDEA-66FF-4B59-83C0-5DF3739FF634}" presName="txTwo" presStyleLbl="node2" presStyleIdx="1" presStyleCnt="5">
        <dgm:presLayoutVars>
          <dgm:chPref val="3"/>
        </dgm:presLayoutVars>
      </dgm:prSet>
      <dgm:spPr/>
    </dgm:pt>
    <dgm:pt modelId="{B6AD91CC-0855-4C25-82D4-C4C02088046E}" type="pres">
      <dgm:prSet presAssocID="{DAA0CDEA-66FF-4B59-83C0-5DF3739FF634}" presName="horzTwo" presStyleCnt="0"/>
      <dgm:spPr/>
    </dgm:pt>
    <dgm:pt modelId="{E2B3344B-4E69-4EE3-AF71-ED9673203D09}" type="pres">
      <dgm:prSet presAssocID="{C412EB56-B50A-473F-810A-549DB18D03C3}" presName="sibSpaceTwo" presStyleCnt="0"/>
      <dgm:spPr/>
    </dgm:pt>
    <dgm:pt modelId="{1F9A3F58-59AE-4DA1-88F3-3BA5E146D517}" type="pres">
      <dgm:prSet presAssocID="{8E841FF5-0E8C-4BFD-8529-DBCB26613345}" presName="vertTwo" presStyleCnt="0"/>
      <dgm:spPr/>
    </dgm:pt>
    <dgm:pt modelId="{083C68F1-121D-47F9-812B-6E96DA418BAD}" type="pres">
      <dgm:prSet presAssocID="{8E841FF5-0E8C-4BFD-8529-DBCB26613345}" presName="txTwo" presStyleLbl="node2" presStyleIdx="2" presStyleCnt="5">
        <dgm:presLayoutVars>
          <dgm:chPref val="3"/>
        </dgm:presLayoutVars>
      </dgm:prSet>
      <dgm:spPr/>
    </dgm:pt>
    <dgm:pt modelId="{CAE61CBB-D24E-4107-B6B0-FCB2F24BF247}" type="pres">
      <dgm:prSet presAssocID="{8E841FF5-0E8C-4BFD-8529-DBCB26613345}" presName="horzTwo" presStyleCnt="0"/>
      <dgm:spPr/>
    </dgm:pt>
    <dgm:pt modelId="{8B72DE3E-6A76-4FFA-AAAB-E2CAB81F3204}" type="pres">
      <dgm:prSet presAssocID="{39258CEA-B2DF-4A22-B61F-4779326743A7}" presName="sibSpaceTwo" presStyleCnt="0"/>
      <dgm:spPr/>
    </dgm:pt>
    <dgm:pt modelId="{1E028CA0-D8F5-41A6-B2BB-1FA5A765987B}" type="pres">
      <dgm:prSet presAssocID="{129ADA62-A5C2-4EC0-9A2E-241948584589}" presName="vertTwo" presStyleCnt="0"/>
      <dgm:spPr/>
    </dgm:pt>
    <dgm:pt modelId="{34964A98-ADA1-4575-8410-E288B3B7D446}" type="pres">
      <dgm:prSet presAssocID="{129ADA62-A5C2-4EC0-9A2E-241948584589}" presName="txTwo" presStyleLbl="node2" presStyleIdx="3" presStyleCnt="5">
        <dgm:presLayoutVars>
          <dgm:chPref val="3"/>
        </dgm:presLayoutVars>
      </dgm:prSet>
      <dgm:spPr/>
    </dgm:pt>
    <dgm:pt modelId="{9BE8BA5F-F863-45BD-91AE-C303C1AE21AC}" type="pres">
      <dgm:prSet presAssocID="{129ADA62-A5C2-4EC0-9A2E-241948584589}" presName="horzTwo" presStyleCnt="0"/>
      <dgm:spPr/>
    </dgm:pt>
    <dgm:pt modelId="{A703382B-7B76-48BF-A2B4-893D79E0A8A4}" type="pres">
      <dgm:prSet presAssocID="{32BE1DA4-D1AE-4DCD-9671-BE23C2331188}" presName="sibSpaceTwo" presStyleCnt="0"/>
      <dgm:spPr/>
    </dgm:pt>
    <dgm:pt modelId="{BDB7441E-3A2E-404B-B635-D2DE28845F54}" type="pres">
      <dgm:prSet presAssocID="{1C8E9C65-040F-47BF-9E15-FC4505F7A581}" presName="vertTwo" presStyleCnt="0"/>
      <dgm:spPr/>
    </dgm:pt>
    <dgm:pt modelId="{700B5B8A-756B-4351-A9FB-0E9AB85C5C8D}" type="pres">
      <dgm:prSet presAssocID="{1C8E9C65-040F-47BF-9E15-FC4505F7A581}" presName="txTwo" presStyleLbl="node2" presStyleIdx="4" presStyleCnt="5">
        <dgm:presLayoutVars>
          <dgm:chPref val="3"/>
        </dgm:presLayoutVars>
      </dgm:prSet>
      <dgm:spPr/>
    </dgm:pt>
    <dgm:pt modelId="{0B6AC341-300F-4DF8-B064-2D5C3F0CFA14}" type="pres">
      <dgm:prSet presAssocID="{1C8E9C65-040F-47BF-9E15-FC4505F7A581}" presName="horzTwo" presStyleCnt="0"/>
      <dgm:spPr/>
    </dgm:pt>
  </dgm:ptLst>
  <dgm:cxnLst>
    <dgm:cxn modelId="{B57F0809-84EB-46D8-9027-90F81667EC71}" type="presOf" srcId="{3F1CF48A-3DB5-4CC1-980A-810A9507A764}" destId="{C6455CD1-D5EE-4002-A627-A49B92DFEADD}" srcOrd="0" destOrd="0" presId="urn:microsoft.com/office/officeart/2005/8/layout/hierarchy4"/>
    <dgm:cxn modelId="{3EE5DF09-1CFE-450D-A75D-CE722EF3041D}" type="presOf" srcId="{129ADA62-A5C2-4EC0-9A2E-241948584589}" destId="{34964A98-ADA1-4575-8410-E288B3B7D446}" srcOrd="0" destOrd="0" presId="urn:microsoft.com/office/officeart/2005/8/layout/hierarchy4"/>
    <dgm:cxn modelId="{5CD23F1E-966D-40BA-8E0D-C05483DBEADC}" srcId="{C4A0EFEE-1481-455F-8BA7-F6D65DB4F566}" destId="{8E841FF5-0E8C-4BFD-8529-DBCB26613345}" srcOrd="2" destOrd="0" parTransId="{4D46C5D5-D547-4E98-B265-8163F02CC2F1}" sibTransId="{39258CEA-B2DF-4A22-B61F-4779326743A7}"/>
    <dgm:cxn modelId="{723DB822-3A53-4DFC-A993-C9810E09A1F8}" srcId="{C4A0EFEE-1481-455F-8BA7-F6D65DB4F566}" destId="{129ADA62-A5C2-4EC0-9A2E-241948584589}" srcOrd="3" destOrd="0" parTransId="{5AFF4AC5-8D75-43B7-89D0-85C71614F3FB}" sibTransId="{32BE1DA4-D1AE-4DCD-9671-BE23C2331188}"/>
    <dgm:cxn modelId="{5B5E6540-5022-46C1-AEBA-5C0B8951FA21}" type="presOf" srcId="{1C8E9C65-040F-47BF-9E15-FC4505F7A581}" destId="{700B5B8A-756B-4351-A9FB-0E9AB85C5C8D}" srcOrd="0" destOrd="0" presId="urn:microsoft.com/office/officeart/2005/8/layout/hierarchy4"/>
    <dgm:cxn modelId="{E0840175-B629-47AC-910E-AAC7CF2CEC63}" type="presOf" srcId="{8E841FF5-0E8C-4BFD-8529-DBCB26613345}" destId="{083C68F1-121D-47F9-812B-6E96DA418BAD}" srcOrd="0" destOrd="0" presId="urn:microsoft.com/office/officeart/2005/8/layout/hierarchy4"/>
    <dgm:cxn modelId="{6E707B56-9E16-42F5-A633-A6507C54BD60}" srcId="{2DB4BCA4-85FB-4351-A598-3AD8FEE5D0CE}" destId="{C4A0EFEE-1481-455F-8BA7-F6D65DB4F566}" srcOrd="0" destOrd="0" parTransId="{3854FF0B-E68D-4666-A22F-EBB58683712A}" sibTransId="{58F3AF7D-96C0-4B74-BCD5-E668B0B0CB10}"/>
    <dgm:cxn modelId="{2811345A-72CA-41C2-89CF-6A2C81897B48}" type="presOf" srcId="{2DB4BCA4-85FB-4351-A598-3AD8FEE5D0CE}" destId="{9E19E57A-0E06-4E1E-BC85-25636A08E2A8}" srcOrd="0" destOrd="0" presId="urn:microsoft.com/office/officeart/2005/8/layout/hierarchy4"/>
    <dgm:cxn modelId="{E3AE07BD-6834-49E5-9760-FF2EA6E3DFC1}" type="presOf" srcId="{DAA0CDEA-66FF-4B59-83C0-5DF3739FF634}" destId="{D605A22C-FCB7-432D-A61C-937CC3AA7329}" srcOrd="0" destOrd="0" presId="urn:microsoft.com/office/officeart/2005/8/layout/hierarchy4"/>
    <dgm:cxn modelId="{753964D5-26F4-4FC0-A7D2-3F058CAF7CFF}" srcId="{C4A0EFEE-1481-455F-8BA7-F6D65DB4F566}" destId="{3F1CF48A-3DB5-4CC1-980A-810A9507A764}" srcOrd="0" destOrd="0" parTransId="{394DFCF8-59F3-41C1-8492-093173F9A775}" sibTransId="{CB0DEC35-FF43-450C-8C51-70BF1E530608}"/>
    <dgm:cxn modelId="{EDAE01DC-0064-446A-B0C6-ECABC2A68E12}" type="presOf" srcId="{C4A0EFEE-1481-455F-8BA7-F6D65DB4F566}" destId="{D7F02BD0-EE8D-4F56-9C8A-84FD4A2956FA}" srcOrd="0" destOrd="0" presId="urn:microsoft.com/office/officeart/2005/8/layout/hierarchy4"/>
    <dgm:cxn modelId="{98DFAAE4-92CD-4C9F-82F5-2F8B9D14B2AE}" srcId="{C4A0EFEE-1481-455F-8BA7-F6D65DB4F566}" destId="{1C8E9C65-040F-47BF-9E15-FC4505F7A581}" srcOrd="4" destOrd="0" parTransId="{1D5460C8-7CF6-487C-B18C-7443D1775018}" sibTransId="{5B450A90-928E-48BE-AA5C-54A5E2693FD9}"/>
    <dgm:cxn modelId="{27FAF6ED-CC17-473F-B9E9-CA2E58D56FCB}" srcId="{C4A0EFEE-1481-455F-8BA7-F6D65DB4F566}" destId="{DAA0CDEA-66FF-4B59-83C0-5DF3739FF634}" srcOrd="1" destOrd="0" parTransId="{DD59B271-10F8-41F9-B260-3DFE1A85B8E2}" sibTransId="{C412EB56-B50A-473F-810A-549DB18D03C3}"/>
    <dgm:cxn modelId="{BED119AD-36DA-44D1-B5FD-BD9D757D003F}" type="presParOf" srcId="{9E19E57A-0E06-4E1E-BC85-25636A08E2A8}" destId="{DB22A180-3F88-43C3-96CA-7897CAAE3B9C}" srcOrd="0" destOrd="0" presId="urn:microsoft.com/office/officeart/2005/8/layout/hierarchy4"/>
    <dgm:cxn modelId="{B66003D7-8321-4771-80F2-FD86F3546552}" type="presParOf" srcId="{DB22A180-3F88-43C3-96CA-7897CAAE3B9C}" destId="{D7F02BD0-EE8D-4F56-9C8A-84FD4A2956FA}" srcOrd="0" destOrd="0" presId="urn:microsoft.com/office/officeart/2005/8/layout/hierarchy4"/>
    <dgm:cxn modelId="{8CE1B205-0223-438D-8EC9-704CED7BE32C}" type="presParOf" srcId="{DB22A180-3F88-43C3-96CA-7897CAAE3B9C}" destId="{A94790DD-5C20-4585-9B00-7EE31A8A5582}" srcOrd="1" destOrd="0" presId="urn:microsoft.com/office/officeart/2005/8/layout/hierarchy4"/>
    <dgm:cxn modelId="{F9404820-6F2B-4BFA-8E70-0B5F51A95E5D}" type="presParOf" srcId="{DB22A180-3F88-43C3-96CA-7897CAAE3B9C}" destId="{F9C02ED2-41ED-4C7D-8F8E-99F5BBCD07D5}" srcOrd="2" destOrd="0" presId="urn:microsoft.com/office/officeart/2005/8/layout/hierarchy4"/>
    <dgm:cxn modelId="{362808C6-633F-41DA-9237-379B19702FDF}" type="presParOf" srcId="{F9C02ED2-41ED-4C7D-8F8E-99F5BBCD07D5}" destId="{BDBA3D77-D0D0-4FBF-A25E-3E878633668E}" srcOrd="0" destOrd="0" presId="urn:microsoft.com/office/officeart/2005/8/layout/hierarchy4"/>
    <dgm:cxn modelId="{B1D2A999-1706-4B9B-9BAF-FE348D6ED16B}" type="presParOf" srcId="{BDBA3D77-D0D0-4FBF-A25E-3E878633668E}" destId="{C6455CD1-D5EE-4002-A627-A49B92DFEADD}" srcOrd="0" destOrd="0" presId="urn:microsoft.com/office/officeart/2005/8/layout/hierarchy4"/>
    <dgm:cxn modelId="{F1309EDF-2B9F-4741-BA63-93145D7BFCA3}" type="presParOf" srcId="{BDBA3D77-D0D0-4FBF-A25E-3E878633668E}" destId="{3A6FC45C-BDB0-462A-BA3B-346E6B670FAA}" srcOrd="1" destOrd="0" presId="urn:microsoft.com/office/officeart/2005/8/layout/hierarchy4"/>
    <dgm:cxn modelId="{FB8F40CD-AEE2-42B6-9A71-A82D56A3C49D}" type="presParOf" srcId="{F9C02ED2-41ED-4C7D-8F8E-99F5BBCD07D5}" destId="{03D87B68-4C1D-427F-93C4-4A1298B069BD}" srcOrd="1" destOrd="0" presId="urn:microsoft.com/office/officeart/2005/8/layout/hierarchy4"/>
    <dgm:cxn modelId="{1F0BA956-8CB6-4015-BB4B-A72E50337B34}" type="presParOf" srcId="{F9C02ED2-41ED-4C7D-8F8E-99F5BBCD07D5}" destId="{FCE0C76E-3B6A-4B2D-9540-C36D4B47A4E4}" srcOrd="2" destOrd="0" presId="urn:microsoft.com/office/officeart/2005/8/layout/hierarchy4"/>
    <dgm:cxn modelId="{F19B3B48-4F08-4970-9ED7-FCA6FDFB298C}" type="presParOf" srcId="{FCE0C76E-3B6A-4B2D-9540-C36D4B47A4E4}" destId="{D605A22C-FCB7-432D-A61C-937CC3AA7329}" srcOrd="0" destOrd="0" presId="urn:microsoft.com/office/officeart/2005/8/layout/hierarchy4"/>
    <dgm:cxn modelId="{F26DC25F-0BAD-4819-A98B-33DEDAA4AED8}" type="presParOf" srcId="{FCE0C76E-3B6A-4B2D-9540-C36D4B47A4E4}" destId="{B6AD91CC-0855-4C25-82D4-C4C02088046E}" srcOrd="1" destOrd="0" presId="urn:microsoft.com/office/officeart/2005/8/layout/hierarchy4"/>
    <dgm:cxn modelId="{8F44B1C5-6145-4FF7-9FA9-DF9CC6E1EE20}" type="presParOf" srcId="{F9C02ED2-41ED-4C7D-8F8E-99F5BBCD07D5}" destId="{E2B3344B-4E69-4EE3-AF71-ED9673203D09}" srcOrd="3" destOrd="0" presId="urn:microsoft.com/office/officeart/2005/8/layout/hierarchy4"/>
    <dgm:cxn modelId="{2B949141-6AE8-4F9E-A713-6C30C6C38449}" type="presParOf" srcId="{F9C02ED2-41ED-4C7D-8F8E-99F5BBCD07D5}" destId="{1F9A3F58-59AE-4DA1-88F3-3BA5E146D517}" srcOrd="4" destOrd="0" presId="urn:microsoft.com/office/officeart/2005/8/layout/hierarchy4"/>
    <dgm:cxn modelId="{2D35D2B4-38A8-4E64-936A-47D09E210D28}" type="presParOf" srcId="{1F9A3F58-59AE-4DA1-88F3-3BA5E146D517}" destId="{083C68F1-121D-47F9-812B-6E96DA418BAD}" srcOrd="0" destOrd="0" presId="urn:microsoft.com/office/officeart/2005/8/layout/hierarchy4"/>
    <dgm:cxn modelId="{8ED334D6-BA1C-413E-8E55-430F1919359F}" type="presParOf" srcId="{1F9A3F58-59AE-4DA1-88F3-3BA5E146D517}" destId="{CAE61CBB-D24E-4107-B6B0-FCB2F24BF247}" srcOrd="1" destOrd="0" presId="urn:microsoft.com/office/officeart/2005/8/layout/hierarchy4"/>
    <dgm:cxn modelId="{6A300598-EC06-44EE-BA9F-5BBBD752494C}" type="presParOf" srcId="{F9C02ED2-41ED-4C7D-8F8E-99F5BBCD07D5}" destId="{8B72DE3E-6A76-4FFA-AAAB-E2CAB81F3204}" srcOrd="5" destOrd="0" presId="urn:microsoft.com/office/officeart/2005/8/layout/hierarchy4"/>
    <dgm:cxn modelId="{E4F6B13B-5ADB-4233-8D5C-39A2AC27588B}" type="presParOf" srcId="{F9C02ED2-41ED-4C7D-8F8E-99F5BBCD07D5}" destId="{1E028CA0-D8F5-41A6-B2BB-1FA5A765987B}" srcOrd="6" destOrd="0" presId="urn:microsoft.com/office/officeart/2005/8/layout/hierarchy4"/>
    <dgm:cxn modelId="{B5D8446B-55BB-4E0A-8ADB-212693F19C01}" type="presParOf" srcId="{1E028CA0-D8F5-41A6-B2BB-1FA5A765987B}" destId="{34964A98-ADA1-4575-8410-E288B3B7D446}" srcOrd="0" destOrd="0" presId="urn:microsoft.com/office/officeart/2005/8/layout/hierarchy4"/>
    <dgm:cxn modelId="{387F5D98-984F-4AF0-B091-E0FFBEE85439}" type="presParOf" srcId="{1E028CA0-D8F5-41A6-B2BB-1FA5A765987B}" destId="{9BE8BA5F-F863-45BD-91AE-C303C1AE21AC}" srcOrd="1" destOrd="0" presId="urn:microsoft.com/office/officeart/2005/8/layout/hierarchy4"/>
    <dgm:cxn modelId="{0ACE7E1B-3A97-43DB-B309-7F4BA29AA756}" type="presParOf" srcId="{F9C02ED2-41ED-4C7D-8F8E-99F5BBCD07D5}" destId="{A703382B-7B76-48BF-A2B4-893D79E0A8A4}" srcOrd="7" destOrd="0" presId="urn:microsoft.com/office/officeart/2005/8/layout/hierarchy4"/>
    <dgm:cxn modelId="{6CDE5E31-82D0-44B4-9851-51270AD36F74}" type="presParOf" srcId="{F9C02ED2-41ED-4C7D-8F8E-99F5BBCD07D5}" destId="{BDB7441E-3A2E-404B-B635-D2DE28845F54}" srcOrd="8" destOrd="0" presId="urn:microsoft.com/office/officeart/2005/8/layout/hierarchy4"/>
    <dgm:cxn modelId="{36B11C57-579C-4DFD-B8EF-8025714F5664}" type="presParOf" srcId="{BDB7441E-3A2E-404B-B635-D2DE28845F54}" destId="{700B5B8A-756B-4351-A9FB-0E9AB85C5C8D}" srcOrd="0" destOrd="0" presId="urn:microsoft.com/office/officeart/2005/8/layout/hierarchy4"/>
    <dgm:cxn modelId="{C0CF0966-557E-4553-8791-9EABA2CDEE8B}" type="presParOf" srcId="{BDB7441E-3A2E-404B-B635-D2DE28845F54}" destId="{0B6AC341-300F-4DF8-B064-2D5C3F0CFA14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ED8A6F-B7E2-48D7-8600-4B924C5F1F4A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E3A53C65-DDC7-4DD5-8C2A-53B91DCA12DF}">
      <dgm:prSet/>
      <dgm:spPr/>
      <dgm:t>
        <a:bodyPr/>
        <a:lstStyle/>
        <a:p>
          <a:r>
            <a:rPr lang="en-IN" dirty="0"/>
            <a:t>Linq Query</a:t>
          </a:r>
        </a:p>
      </dgm:t>
    </dgm:pt>
    <dgm:pt modelId="{44074118-5290-400D-A1C3-A88DFFDD482B}" type="parTrans" cxnId="{45E687ED-51A9-4C2A-A5DB-106C3C21B563}">
      <dgm:prSet/>
      <dgm:spPr/>
      <dgm:t>
        <a:bodyPr/>
        <a:lstStyle/>
        <a:p>
          <a:endParaRPr lang="en-IN"/>
        </a:p>
      </dgm:t>
    </dgm:pt>
    <dgm:pt modelId="{EE716513-8027-461B-A537-830065CADC48}" type="sibTrans" cxnId="{45E687ED-51A9-4C2A-A5DB-106C3C21B563}">
      <dgm:prSet/>
      <dgm:spPr/>
      <dgm:t>
        <a:bodyPr/>
        <a:lstStyle/>
        <a:p>
          <a:endParaRPr lang="en-IN"/>
        </a:p>
      </dgm:t>
    </dgm:pt>
    <dgm:pt modelId="{30418C7B-9565-450C-84DA-D5C29CBD0F38}">
      <dgm:prSet/>
      <dgm:spPr/>
      <dgm:t>
        <a:bodyPr/>
        <a:lstStyle/>
        <a:p>
          <a:r>
            <a:rPr lang="en-IN"/>
            <a:t>Linq Method</a:t>
          </a:r>
        </a:p>
      </dgm:t>
    </dgm:pt>
    <dgm:pt modelId="{B8D473DE-3AC2-48E9-9856-4C2BCC18B1A9}" type="parTrans" cxnId="{7A8DC482-68F2-4696-9B9B-2BC2D870CF90}">
      <dgm:prSet/>
      <dgm:spPr/>
      <dgm:t>
        <a:bodyPr/>
        <a:lstStyle/>
        <a:p>
          <a:endParaRPr lang="en-IN"/>
        </a:p>
      </dgm:t>
    </dgm:pt>
    <dgm:pt modelId="{E6BEFAD8-F64A-47AC-BC46-EEF8D7C4AC8E}" type="sibTrans" cxnId="{7A8DC482-68F2-4696-9B9B-2BC2D870CF90}">
      <dgm:prSet/>
      <dgm:spPr/>
      <dgm:t>
        <a:bodyPr/>
        <a:lstStyle/>
        <a:p>
          <a:endParaRPr lang="en-IN"/>
        </a:p>
      </dgm:t>
    </dgm:pt>
    <dgm:pt modelId="{66A428F6-2F36-4A95-87FE-3514C0840638}" type="pres">
      <dgm:prSet presAssocID="{58ED8A6F-B7E2-48D7-8600-4B924C5F1F4A}" presName="Name0" presStyleCnt="0">
        <dgm:presLayoutVars>
          <dgm:chMax val="7"/>
          <dgm:chPref val="7"/>
          <dgm:dir/>
        </dgm:presLayoutVars>
      </dgm:prSet>
      <dgm:spPr/>
    </dgm:pt>
    <dgm:pt modelId="{4702519B-1ACC-42FD-9751-5A52168342E9}" type="pres">
      <dgm:prSet presAssocID="{58ED8A6F-B7E2-48D7-8600-4B924C5F1F4A}" presName="Name1" presStyleCnt="0"/>
      <dgm:spPr/>
    </dgm:pt>
    <dgm:pt modelId="{9DD9C241-71C5-40D5-8CA3-81649F0500DC}" type="pres">
      <dgm:prSet presAssocID="{58ED8A6F-B7E2-48D7-8600-4B924C5F1F4A}" presName="cycle" presStyleCnt="0"/>
      <dgm:spPr/>
    </dgm:pt>
    <dgm:pt modelId="{8BBE06F9-B67F-4537-B3B7-8CEA252DDA3E}" type="pres">
      <dgm:prSet presAssocID="{58ED8A6F-B7E2-48D7-8600-4B924C5F1F4A}" presName="srcNode" presStyleLbl="node1" presStyleIdx="0" presStyleCnt="2"/>
      <dgm:spPr/>
    </dgm:pt>
    <dgm:pt modelId="{322C23B0-2960-4DD7-8FBB-A7D262795EBE}" type="pres">
      <dgm:prSet presAssocID="{58ED8A6F-B7E2-48D7-8600-4B924C5F1F4A}" presName="conn" presStyleLbl="parChTrans1D2" presStyleIdx="0" presStyleCnt="1"/>
      <dgm:spPr/>
    </dgm:pt>
    <dgm:pt modelId="{00115181-6A43-4A15-89F3-3B828EBAA0F3}" type="pres">
      <dgm:prSet presAssocID="{58ED8A6F-B7E2-48D7-8600-4B924C5F1F4A}" presName="extraNode" presStyleLbl="node1" presStyleIdx="0" presStyleCnt="2"/>
      <dgm:spPr/>
    </dgm:pt>
    <dgm:pt modelId="{04A0E1FE-394A-4B9E-93C8-923D6BFC7916}" type="pres">
      <dgm:prSet presAssocID="{58ED8A6F-B7E2-48D7-8600-4B924C5F1F4A}" presName="dstNode" presStyleLbl="node1" presStyleIdx="0" presStyleCnt="2"/>
      <dgm:spPr/>
    </dgm:pt>
    <dgm:pt modelId="{F500839E-C66E-4CCC-BE1B-C09B8CE7182D}" type="pres">
      <dgm:prSet presAssocID="{E3A53C65-DDC7-4DD5-8C2A-53B91DCA12DF}" presName="text_1" presStyleLbl="node1" presStyleIdx="0" presStyleCnt="2">
        <dgm:presLayoutVars>
          <dgm:bulletEnabled val="1"/>
        </dgm:presLayoutVars>
      </dgm:prSet>
      <dgm:spPr/>
    </dgm:pt>
    <dgm:pt modelId="{2483F2B9-5F82-440E-8734-94785B370BB8}" type="pres">
      <dgm:prSet presAssocID="{E3A53C65-DDC7-4DD5-8C2A-53B91DCA12DF}" presName="accent_1" presStyleCnt="0"/>
      <dgm:spPr/>
    </dgm:pt>
    <dgm:pt modelId="{38FC361E-211E-42AF-A19E-11B8ECA4D814}" type="pres">
      <dgm:prSet presAssocID="{E3A53C65-DDC7-4DD5-8C2A-53B91DCA12DF}" presName="accentRepeatNode" presStyleLbl="solidFgAcc1" presStyleIdx="0" presStyleCnt="2"/>
      <dgm:spPr/>
    </dgm:pt>
    <dgm:pt modelId="{4EE4E7E8-6E8D-46F3-A0CA-015A41B8FADF}" type="pres">
      <dgm:prSet presAssocID="{30418C7B-9565-450C-84DA-D5C29CBD0F38}" presName="text_2" presStyleLbl="node1" presStyleIdx="1" presStyleCnt="2">
        <dgm:presLayoutVars>
          <dgm:bulletEnabled val="1"/>
        </dgm:presLayoutVars>
      </dgm:prSet>
      <dgm:spPr/>
    </dgm:pt>
    <dgm:pt modelId="{0029F00B-EB10-4BA9-8898-57106B990BC1}" type="pres">
      <dgm:prSet presAssocID="{30418C7B-9565-450C-84DA-D5C29CBD0F38}" presName="accent_2" presStyleCnt="0"/>
      <dgm:spPr/>
    </dgm:pt>
    <dgm:pt modelId="{0464860E-BCB7-48E5-9976-81C6D26B4D34}" type="pres">
      <dgm:prSet presAssocID="{30418C7B-9565-450C-84DA-D5C29CBD0F38}" presName="accentRepeatNode" presStyleLbl="solidFgAcc1" presStyleIdx="1" presStyleCnt="2"/>
      <dgm:spPr/>
    </dgm:pt>
  </dgm:ptLst>
  <dgm:cxnLst>
    <dgm:cxn modelId="{05995F02-4AFA-4269-929C-7A1E550D6F6F}" type="presOf" srcId="{58ED8A6F-B7E2-48D7-8600-4B924C5F1F4A}" destId="{66A428F6-2F36-4A95-87FE-3514C0840638}" srcOrd="0" destOrd="0" presId="urn:microsoft.com/office/officeart/2008/layout/VerticalCurvedList"/>
    <dgm:cxn modelId="{9131A827-C783-457F-9F45-BE787289220C}" type="presOf" srcId="{E3A53C65-DDC7-4DD5-8C2A-53B91DCA12DF}" destId="{F500839E-C66E-4CCC-BE1B-C09B8CE7182D}" srcOrd="0" destOrd="0" presId="urn:microsoft.com/office/officeart/2008/layout/VerticalCurvedList"/>
    <dgm:cxn modelId="{AD42F07F-88B9-4EA9-990D-4FD026A7EBAF}" type="presOf" srcId="{30418C7B-9565-450C-84DA-D5C29CBD0F38}" destId="{4EE4E7E8-6E8D-46F3-A0CA-015A41B8FADF}" srcOrd="0" destOrd="0" presId="urn:microsoft.com/office/officeart/2008/layout/VerticalCurvedList"/>
    <dgm:cxn modelId="{7A8DC482-68F2-4696-9B9B-2BC2D870CF90}" srcId="{58ED8A6F-B7E2-48D7-8600-4B924C5F1F4A}" destId="{30418C7B-9565-450C-84DA-D5C29CBD0F38}" srcOrd="1" destOrd="0" parTransId="{B8D473DE-3AC2-48E9-9856-4C2BCC18B1A9}" sibTransId="{E6BEFAD8-F64A-47AC-BC46-EEF8D7C4AC8E}"/>
    <dgm:cxn modelId="{C7F6149F-2419-4E96-AC40-4BE75576824F}" type="presOf" srcId="{EE716513-8027-461B-A537-830065CADC48}" destId="{322C23B0-2960-4DD7-8FBB-A7D262795EBE}" srcOrd="0" destOrd="0" presId="urn:microsoft.com/office/officeart/2008/layout/VerticalCurvedList"/>
    <dgm:cxn modelId="{45E687ED-51A9-4C2A-A5DB-106C3C21B563}" srcId="{58ED8A6F-B7E2-48D7-8600-4B924C5F1F4A}" destId="{E3A53C65-DDC7-4DD5-8C2A-53B91DCA12DF}" srcOrd="0" destOrd="0" parTransId="{44074118-5290-400D-A1C3-A88DFFDD482B}" sibTransId="{EE716513-8027-461B-A537-830065CADC48}"/>
    <dgm:cxn modelId="{1C15D3C7-A0BE-4393-A157-A62B0B5A4F37}" type="presParOf" srcId="{66A428F6-2F36-4A95-87FE-3514C0840638}" destId="{4702519B-1ACC-42FD-9751-5A52168342E9}" srcOrd="0" destOrd="0" presId="urn:microsoft.com/office/officeart/2008/layout/VerticalCurvedList"/>
    <dgm:cxn modelId="{474C4E3A-B6BC-4589-9CE3-47E41B16D4CD}" type="presParOf" srcId="{4702519B-1ACC-42FD-9751-5A52168342E9}" destId="{9DD9C241-71C5-40D5-8CA3-81649F0500DC}" srcOrd="0" destOrd="0" presId="urn:microsoft.com/office/officeart/2008/layout/VerticalCurvedList"/>
    <dgm:cxn modelId="{9A3F43A6-BE4B-4349-BD03-F4F4F02E71FB}" type="presParOf" srcId="{9DD9C241-71C5-40D5-8CA3-81649F0500DC}" destId="{8BBE06F9-B67F-4537-B3B7-8CEA252DDA3E}" srcOrd="0" destOrd="0" presId="urn:microsoft.com/office/officeart/2008/layout/VerticalCurvedList"/>
    <dgm:cxn modelId="{9E7ECF88-76A8-4D59-8474-1C229A64343C}" type="presParOf" srcId="{9DD9C241-71C5-40D5-8CA3-81649F0500DC}" destId="{322C23B0-2960-4DD7-8FBB-A7D262795EBE}" srcOrd="1" destOrd="0" presId="urn:microsoft.com/office/officeart/2008/layout/VerticalCurvedList"/>
    <dgm:cxn modelId="{4D9157FE-5EEF-406C-90C7-C622C7BBC306}" type="presParOf" srcId="{9DD9C241-71C5-40D5-8CA3-81649F0500DC}" destId="{00115181-6A43-4A15-89F3-3B828EBAA0F3}" srcOrd="2" destOrd="0" presId="urn:microsoft.com/office/officeart/2008/layout/VerticalCurvedList"/>
    <dgm:cxn modelId="{C9B7C7B4-E528-4251-9BDE-DB98CD763353}" type="presParOf" srcId="{9DD9C241-71C5-40D5-8CA3-81649F0500DC}" destId="{04A0E1FE-394A-4B9E-93C8-923D6BFC7916}" srcOrd="3" destOrd="0" presId="urn:microsoft.com/office/officeart/2008/layout/VerticalCurvedList"/>
    <dgm:cxn modelId="{68FC2977-DD84-408C-B067-C3DE9517CC28}" type="presParOf" srcId="{4702519B-1ACC-42FD-9751-5A52168342E9}" destId="{F500839E-C66E-4CCC-BE1B-C09B8CE7182D}" srcOrd="1" destOrd="0" presId="urn:microsoft.com/office/officeart/2008/layout/VerticalCurvedList"/>
    <dgm:cxn modelId="{12A29F2C-5746-4C3A-9186-87F864F40592}" type="presParOf" srcId="{4702519B-1ACC-42FD-9751-5A52168342E9}" destId="{2483F2B9-5F82-440E-8734-94785B370BB8}" srcOrd="2" destOrd="0" presId="urn:microsoft.com/office/officeart/2008/layout/VerticalCurvedList"/>
    <dgm:cxn modelId="{172E73AC-7108-4C23-AF39-3CEDAA584AD2}" type="presParOf" srcId="{2483F2B9-5F82-440E-8734-94785B370BB8}" destId="{38FC361E-211E-42AF-A19E-11B8ECA4D814}" srcOrd="0" destOrd="0" presId="urn:microsoft.com/office/officeart/2008/layout/VerticalCurvedList"/>
    <dgm:cxn modelId="{84A32772-BD79-445D-8BE3-1B4AAAEF6DA6}" type="presParOf" srcId="{4702519B-1ACC-42FD-9751-5A52168342E9}" destId="{4EE4E7E8-6E8D-46F3-A0CA-015A41B8FADF}" srcOrd="3" destOrd="0" presId="urn:microsoft.com/office/officeart/2008/layout/VerticalCurvedList"/>
    <dgm:cxn modelId="{2059FD97-6616-4A82-8445-7CE1B3E7373F}" type="presParOf" srcId="{4702519B-1ACC-42FD-9751-5A52168342E9}" destId="{0029F00B-EB10-4BA9-8898-57106B990BC1}" srcOrd="4" destOrd="0" presId="urn:microsoft.com/office/officeart/2008/layout/VerticalCurvedList"/>
    <dgm:cxn modelId="{488F3887-96C8-4370-BBC4-D0F7D2261B19}" type="presParOf" srcId="{0029F00B-EB10-4BA9-8898-57106B990BC1}" destId="{0464860E-BCB7-48E5-9976-81C6D26B4D3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C3AAAE-EA05-4B3B-8464-7E3E0E851985}" type="doc">
      <dgm:prSet loTypeId="urn:microsoft.com/office/officeart/2005/8/layout/venn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DE3ECAD2-901E-4AE8-B1BB-2328316A3EA8}">
      <dgm:prSet/>
      <dgm:spPr/>
      <dgm:t>
        <a:bodyPr/>
        <a:lstStyle/>
        <a:p>
          <a:r>
            <a:rPr lang="en-IN" dirty="0"/>
            <a:t>Method Syntax</a:t>
          </a:r>
        </a:p>
      </dgm:t>
    </dgm:pt>
    <dgm:pt modelId="{54ED5373-FAAE-4307-B3CF-7202B396C33A}" type="parTrans" cxnId="{B6E07A7B-2695-45EA-8F69-AA624196B134}">
      <dgm:prSet/>
      <dgm:spPr/>
      <dgm:t>
        <a:bodyPr/>
        <a:lstStyle/>
        <a:p>
          <a:endParaRPr lang="en-IN"/>
        </a:p>
      </dgm:t>
    </dgm:pt>
    <dgm:pt modelId="{B1CC0D09-1405-4328-BA41-4BB77420C128}" type="sibTrans" cxnId="{B6E07A7B-2695-45EA-8F69-AA624196B134}">
      <dgm:prSet/>
      <dgm:spPr/>
      <dgm:t>
        <a:bodyPr/>
        <a:lstStyle/>
        <a:p>
          <a:endParaRPr lang="en-IN"/>
        </a:p>
      </dgm:t>
    </dgm:pt>
    <dgm:pt modelId="{82A15984-3D6E-413F-BBF3-9870400A46C3}">
      <dgm:prSet/>
      <dgm:spPr/>
      <dgm:t>
        <a:bodyPr/>
        <a:lstStyle/>
        <a:p>
          <a:r>
            <a:rPr lang="en-IN"/>
            <a:t>Query Syntax</a:t>
          </a:r>
          <a:endParaRPr lang="en-IN" dirty="0"/>
        </a:p>
      </dgm:t>
    </dgm:pt>
    <dgm:pt modelId="{5C6149A2-7F84-4789-A008-0557C41F5F9B}" type="parTrans" cxnId="{359316AB-6522-4C53-92F6-D4E393B9C475}">
      <dgm:prSet/>
      <dgm:spPr/>
      <dgm:t>
        <a:bodyPr/>
        <a:lstStyle/>
        <a:p>
          <a:endParaRPr lang="en-IN"/>
        </a:p>
      </dgm:t>
    </dgm:pt>
    <dgm:pt modelId="{8C483BED-4CAF-4AD9-8D67-889F0B24BBC8}" type="sibTrans" cxnId="{359316AB-6522-4C53-92F6-D4E393B9C475}">
      <dgm:prSet/>
      <dgm:spPr/>
      <dgm:t>
        <a:bodyPr/>
        <a:lstStyle/>
        <a:p>
          <a:endParaRPr lang="en-IN"/>
        </a:p>
      </dgm:t>
    </dgm:pt>
    <dgm:pt modelId="{07EE0C3D-EFA1-4957-8FC7-E9B49D2FB4E3}" type="pres">
      <dgm:prSet presAssocID="{43C3AAAE-EA05-4B3B-8464-7E3E0E851985}" presName="Name0" presStyleCnt="0">
        <dgm:presLayoutVars>
          <dgm:chMax val="7"/>
          <dgm:resizeHandles val="exact"/>
        </dgm:presLayoutVars>
      </dgm:prSet>
      <dgm:spPr/>
    </dgm:pt>
    <dgm:pt modelId="{445EBB28-3614-4286-ADA3-1121B8E3B305}" type="pres">
      <dgm:prSet presAssocID="{43C3AAAE-EA05-4B3B-8464-7E3E0E851985}" presName="comp1" presStyleCnt="0"/>
      <dgm:spPr/>
    </dgm:pt>
    <dgm:pt modelId="{208230B5-AFFB-4265-8EBE-CD5043EB1174}" type="pres">
      <dgm:prSet presAssocID="{43C3AAAE-EA05-4B3B-8464-7E3E0E851985}" presName="circle1" presStyleLbl="node1" presStyleIdx="0" presStyleCnt="2"/>
      <dgm:spPr/>
    </dgm:pt>
    <dgm:pt modelId="{C46C7B5D-ED2D-43BB-A6A2-7250673E92DD}" type="pres">
      <dgm:prSet presAssocID="{43C3AAAE-EA05-4B3B-8464-7E3E0E851985}" presName="c1text" presStyleLbl="node1" presStyleIdx="0" presStyleCnt="2">
        <dgm:presLayoutVars>
          <dgm:bulletEnabled val="1"/>
        </dgm:presLayoutVars>
      </dgm:prSet>
      <dgm:spPr/>
    </dgm:pt>
    <dgm:pt modelId="{C4A3CF2F-178C-4AA5-A7CD-C7F0B1D203C5}" type="pres">
      <dgm:prSet presAssocID="{43C3AAAE-EA05-4B3B-8464-7E3E0E851985}" presName="comp2" presStyleCnt="0"/>
      <dgm:spPr/>
    </dgm:pt>
    <dgm:pt modelId="{6C95F545-E708-4FFB-982F-4E2AA5418A84}" type="pres">
      <dgm:prSet presAssocID="{43C3AAAE-EA05-4B3B-8464-7E3E0E851985}" presName="circle2" presStyleLbl="node1" presStyleIdx="1" presStyleCnt="2"/>
      <dgm:spPr/>
    </dgm:pt>
    <dgm:pt modelId="{2541CE6B-A516-4CCA-9A68-6B5F69D04336}" type="pres">
      <dgm:prSet presAssocID="{43C3AAAE-EA05-4B3B-8464-7E3E0E851985}" presName="c2text" presStyleLbl="node1" presStyleIdx="1" presStyleCnt="2">
        <dgm:presLayoutVars>
          <dgm:bulletEnabled val="1"/>
        </dgm:presLayoutVars>
      </dgm:prSet>
      <dgm:spPr/>
    </dgm:pt>
  </dgm:ptLst>
  <dgm:cxnLst>
    <dgm:cxn modelId="{ED1F6D33-F502-456F-93E4-E78AC8CD464D}" type="presOf" srcId="{DE3ECAD2-901E-4AE8-B1BB-2328316A3EA8}" destId="{C46C7B5D-ED2D-43BB-A6A2-7250673E92DD}" srcOrd="1" destOrd="0" presId="urn:microsoft.com/office/officeart/2005/8/layout/venn2"/>
    <dgm:cxn modelId="{B4F78B3F-BFE4-40E8-9A32-B78EB821E1A0}" type="presOf" srcId="{82A15984-3D6E-413F-BBF3-9870400A46C3}" destId="{2541CE6B-A516-4CCA-9A68-6B5F69D04336}" srcOrd="1" destOrd="0" presId="urn:microsoft.com/office/officeart/2005/8/layout/venn2"/>
    <dgm:cxn modelId="{7CB7B06F-6C3B-4E91-8045-5ACF68EA80F5}" type="presOf" srcId="{43C3AAAE-EA05-4B3B-8464-7E3E0E851985}" destId="{07EE0C3D-EFA1-4957-8FC7-E9B49D2FB4E3}" srcOrd="0" destOrd="0" presId="urn:microsoft.com/office/officeart/2005/8/layout/venn2"/>
    <dgm:cxn modelId="{B6E07A7B-2695-45EA-8F69-AA624196B134}" srcId="{43C3AAAE-EA05-4B3B-8464-7E3E0E851985}" destId="{DE3ECAD2-901E-4AE8-B1BB-2328316A3EA8}" srcOrd="0" destOrd="0" parTransId="{54ED5373-FAAE-4307-B3CF-7202B396C33A}" sibTransId="{B1CC0D09-1405-4328-BA41-4BB77420C128}"/>
    <dgm:cxn modelId="{359316AB-6522-4C53-92F6-D4E393B9C475}" srcId="{43C3AAAE-EA05-4B3B-8464-7E3E0E851985}" destId="{82A15984-3D6E-413F-BBF3-9870400A46C3}" srcOrd="1" destOrd="0" parTransId="{5C6149A2-7F84-4789-A008-0557C41F5F9B}" sibTransId="{8C483BED-4CAF-4AD9-8D67-889F0B24BBC8}"/>
    <dgm:cxn modelId="{E72375DA-BDA9-41C6-88CC-E56DBE2C0675}" type="presOf" srcId="{82A15984-3D6E-413F-BBF3-9870400A46C3}" destId="{6C95F545-E708-4FFB-982F-4E2AA5418A84}" srcOrd="0" destOrd="0" presId="urn:microsoft.com/office/officeart/2005/8/layout/venn2"/>
    <dgm:cxn modelId="{F2D340F6-64F7-418A-8231-0D9D0DAFC942}" type="presOf" srcId="{DE3ECAD2-901E-4AE8-B1BB-2328316A3EA8}" destId="{208230B5-AFFB-4265-8EBE-CD5043EB1174}" srcOrd="0" destOrd="0" presId="urn:microsoft.com/office/officeart/2005/8/layout/venn2"/>
    <dgm:cxn modelId="{15F01CD4-E992-4DAC-A9DD-EFCFCA2BB82F}" type="presParOf" srcId="{07EE0C3D-EFA1-4957-8FC7-E9B49D2FB4E3}" destId="{445EBB28-3614-4286-ADA3-1121B8E3B305}" srcOrd="0" destOrd="0" presId="urn:microsoft.com/office/officeart/2005/8/layout/venn2"/>
    <dgm:cxn modelId="{C7472ABC-571C-42B5-84FF-57A7C0445D34}" type="presParOf" srcId="{445EBB28-3614-4286-ADA3-1121B8E3B305}" destId="{208230B5-AFFB-4265-8EBE-CD5043EB1174}" srcOrd="0" destOrd="0" presId="urn:microsoft.com/office/officeart/2005/8/layout/venn2"/>
    <dgm:cxn modelId="{99A28C8E-89FE-461F-B1DC-C793251504BE}" type="presParOf" srcId="{445EBB28-3614-4286-ADA3-1121B8E3B305}" destId="{C46C7B5D-ED2D-43BB-A6A2-7250673E92DD}" srcOrd="1" destOrd="0" presId="urn:microsoft.com/office/officeart/2005/8/layout/venn2"/>
    <dgm:cxn modelId="{E66C4B42-9883-4236-8266-6AF28DDE51D6}" type="presParOf" srcId="{07EE0C3D-EFA1-4957-8FC7-E9B49D2FB4E3}" destId="{C4A3CF2F-178C-4AA5-A7CD-C7F0B1D203C5}" srcOrd="1" destOrd="0" presId="urn:microsoft.com/office/officeart/2005/8/layout/venn2"/>
    <dgm:cxn modelId="{6EC0B05E-1AE8-4883-B134-88C8F64E2F8F}" type="presParOf" srcId="{C4A3CF2F-178C-4AA5-A7CD-C7F0B1D203C5}" destId="{6C95F545-E708-4FFB-982F-4E2AA5418A84}" srcOrd="0" destOrd="0" presId="urn:microsoft.com/office/officeart/2005/8/layout/venn2"/>
    <dgm:cxn modelId="{698DCC2C-C315-4977-A437-05830DD3FF4B}" type="presParOf" srcId="{C4A3CF2F-178C-4AA5-A7CD-C7F0B1D203C5}" destId="{2541CE6B-A516-4CCA-9A68-6B5F69D04336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02BD0-EE8D-4F56-9C8A-84FD4A2956FA}">
      <dsp:nvSpPr>
        <dsp:cNvPr id="0" name=""/>
        <dsp:cNvSpPr/>
      </dsp:nvSpPr>
      <dsp:spPr>
        <a:xfrm>
          <a:off x="0" y="0"/>
          <a:ext cx="10507158" cy="104961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Linq</a:t>
          </a:r>
          <a:endParaRPr lang="en-IN" sz="4500" kern="1200" dirty="0"/>
        </a:p>
      </dsp:txBody>
      <dsp:txXfrm>
        <a:off x="30742" y="30742"/>
        <a:ext cx="10445674" cy="988126"/>
      </dsp:txXfrm>
    </dsp:sp>
    <dsp:sp modelId="{C6455CD1-D5EE-4002-A627-A49B92DFEADD}">
      <dsp:nvSpPr>
        <dsp:cNvPr id="0" name=""/>
        <dsp:cNvSpPr/>
      </dsp:nvSpPr>
      <dsp:spPr>
        <a:xfrm>
          <a:off x="4220" y="1311928"/>
          <a:ext cx="1969107" cy="104961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Object</a:t>
          </a:r>
          <a:endParaRPr lang="en-IN" sz="3900" kern="1200" dirty="0"/>
        </a:p>
      </dsp:txBody>
      <dsp:txXfrm>
        <a:off x="34962" y="1342670"/>
        <a:ext cx="1907623" cy="988126"/>
      </dsp:txXfrm>
    </dsp:sp>
    <dsp:sp modelId="{D605A22C-FCB7-432D-A61C-937CC3AA7329}">
      <dsp:nvSpPr>
        <dsp:cNvPr id="0" name=""/>
        <dsp:cNvSpPr/>
      </dsp:nvSpPr>
      <dsp:spPr>
        <a:xfrm>
          <a:off x="2138733" y="1311928"/>
          <a:ext cx="1969107" cy="104961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XML</a:t>
          </a:r>
          <a:endParaRPr lang="en-IN" sz="3900" kern="1200" dirty="0"/>
        </a:p>
      </dsp:txBody>
      <dsp:txXfrm>
        <a:off x="2169475" y="1342670"/>
        <a:ext cx="1907623" cy="988126"/>
      </dsp:txXfrm>
    </dsp:sp>
    <dsp:sp modelId="{083C68F1-121D-47F9-812B-6E96DA418BAD}">
      <dsp:nvSpPr>
        <dsp:cNvPr id="0" name=""/>
        <dsp:cNvSpPr/>
      </dsp:nvSpPr>
      <dsp:spPr>
        <a:xfrm>
          <a:off x="4273246" y="1311928"/>
          <a:ext cx="1969107" cy="104961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Dataset</a:t>
          </a:r>
          <a:endParaRPr lang="en-IN" sz="3900" kern="1200" dirty="0"/>
        </a:p>
      </dsp:txBody>
      <dsp:txXfrm>
        <a:off x="4303988" y="1342670"/>
        <a:ext cx="1907623" cy="988126"/>
      </dsp:txXfrm>
    </dsp:sp>
    <dsp:sp modelId="{34964A98-ADA1-4575-8410-E288B3B7D446}">
      <dsp:nvSpPr>
        <dsp:cNvPr id="0" name=""/>
        <dsp:cNvSpPr/>
      </dsp:nvSpPr>
      <dsp:spPr>
        <a:xfrm>
          <a:off x="6407758" y="1311928"/>
          <a:ext cx="1969107" cy="104961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Entities</a:t>
          </a:r>
          <a:endParaRPr lang="en-IN" sz="3900" kern="1200" dirty="0"/>
        </a:p>
      </dsp:txBody>
      <dsp:txXfrm>
        <a:off x="6438500" y="1342670"/>
        <a:ext cx="1907623" cy="988126"/>
      </dsp:txXfrm>
    </dsp:sp>
    <dsp:sp modelId="{700B5B8A-756B-4351-A9FB-0E9AB85C5C8D}">
      <dsp:nvSpPr>
        <dsp:cNvPr id="0" name=""/>
        <dsp:cNvSpPr/>
      </dsp:nvSpPr>
      <dsp:spPr>
        <a:xfrm>
          <a:off x="8542271" y="1311928"/>
          <a:ext cx="1969107" cy="104961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Json</a:t>
          </a:r>
          <a:endParaRPr lang="en-IN" sz="3900" kern="1200" dirty="0"/>
        </a:p>
      </dsp:txBody>
      <dsp:txXfrm>
        <a:off x="8573013" y="1342670"/>
        <a:ext cx="1907623" cy="9881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C23B0-2960-4DD7-8FBB-A7D262795EBE}">
      <dsp:nvSpPr>
        <dsp:cNvPr id="0" name=""/>
        <dsp:cNvSpPr/>
      </dsp:nvSpPr>
      <dsp:spPr>
        <a:xfrm>
          <a:off x="-3884426" y="-600649"/>
          <a:ext cx="4662048" cy="4662048"/>
        </a:xfrm>
        <a:prstGeom prst="blockArc">
          <a:avLst>
            <a:gd name="adj1" fmla="val 18900000"/>
            <a:gd name="adj2" fmla="val 2700000"/>
            <a:gd name="adj3" fmla="val 463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00839E-C66E-4CCC-BE1B-C09B8CE7182D}">
      <dsp:nvSpPr>
        <dsp:cNvPr id="0" name=""/>
        <dsp:cNvSpPr/>
      </dsp:nvSpPr>
      <dsp:spPr>
        <a:xfrm>
          <a:off x="636172" y="494402"/>
          <a:ext cx="4327147" cy="98866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754" tIns="129540" rIns="129540" bIns="12954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100" kern="1200" dirty="0"/>
            <a:t>Linq Query</a:t>
          </a:r>
        </a:p>
      </dsp:txBody>
      <dsp:txXfrm>
        <a:off x="636172" y="494402"/>
        <a:ext cx="4327147" cy="988667"/>
      </dsp:txXfrm>
    </dsp:sp>
    <dsp:sp modelId="{38FC361E-211E-42AF-A19E-11B8ECA4D814}">
      <dsp:nvSpPr>
        <dsp:cNvPr id="0" name=""/>
        <dsp:cNvSpPr/>
      </dsp:nvSpPr>
      <dsp:spPr>
        <a:xfrm>
          <a:off x="18255" y="370819"/>
          <a:ext cx="1235833" cy="1235833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E4E7E8-6E8D-46F3-A0CA-015A41B8FADF}">
      <dsp:nvSpPr>
        <dsp:cNvPr id="0" name=""/>
        <dsp:cNvSpPr/>
      </dsp:nvSpPr>
      <dsp:spPr>
        <a:xfrm>
          <a:off x="636172" y="1977680"/>
          <a:ext cx="4327147" cy="98866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4754" tIns="129540" rIns="129540" bIns="12954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100" kern="1200"/>
            <a:t>Linq Method</a:t>
          </a:r>
        </a:p>
      </dsp:txBody>
      <dsp:txXfrm>
        <a:off x="636172" y="1977680"/>
        <a:ext cx="4327147" cy="988667"/>
      </dsp:txXfrm>
    </dsp:sp>
    <dsp:sp modelId="{0464860E-BCB7-48E5-9976-81C6D26B4D34}">
      <dsp:nvSpPr>
        <dsp:cNvPr id="0" name=""/>
        <dsp:cNvSpPr/>
      </dsp:nvSpPr>
      <dsp:spPr>
        <a:xfrm>
          <a:off x="18255" y="1854096"/>
          <a:ext cx="1235833" cy="1235833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230B5-AFFB-4265-8EBE-CD5043EB1174}">
      <dsp:nvSpPr>
        <dsp:cNvPr id="0" name=""/>
        <dsp:cNvSpPr/>
      </dsp:nvSpPr>
      <dsp:spPr>
        <a:xfrm>
          <a:off x="916780" y="0"/>
          <a:ext cx="3071813" cy="30718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Method Syntax</a:t>
          </a:r>
        </a:p>
      </dsp:txBody>
      <dsp:txXfrm>
        <a:off x="1646336" y="230385"/>
        <a:ext cx="1612701" cy="522208"/>
      </dsp:txXfrm>
    </dsp:sp>
    <dsp:sp modelId="{6C95F545-E708-4FFB-982F-4E2AA5418A84}">
      <dsp:nvSpPr>
        <dsp:cNvPr id="0" name=""/>
        <dsp:cNvSpPr/>
      </dsp:nvSpPr>
      <dsp:spPr>
        <a:xfrm>
          <a:off x="1300757" y="767953"/>
          <a:ext cx="2303859" cy="2303859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Query Syntax</a:t>
          </a:r>
          <a:endParaRPr lang="en-IN" sz="1700" kern="1200" dirty="0"/>
        </a:p>
      </dsp:txBody>
      <dsp:txXfrm>
        <a:off x="1638150" y="1343918"/>
        <a:ext cx="1629074" cy="11519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FDD7A-9F38-4CDF-B347-1A5209BFD58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E1AD4-F37F-4BB5-AAE0-7F4F7E542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349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7E1AD4-F37F-4BB5-AAE0-7F4F7E54272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103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32A5-E4B4-6960-B024-75AEF4745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11228-D27F-AC47-FDEE-A0984F08B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06400-7770-3D86-AAB3-DFEB5019F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99FF5-9489-68F6-2D70-52005510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ED791-6387-4AC4-6AF7-E437C236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17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B0B2-1113-2EC6-000D-AA1B43C9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69B61-692F-EED7-7F78-8D001FC84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8F1C9-92D8-7374-6925-572A8AE6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E6D46-1D16-4B01-5654-5EFC6629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7659-2E68-D311-F719-98044998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4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4275-DED0-EEF7-2E2C-35982B7E3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E5448-7E2D-EB6F-3078-4FF0CA0F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C5B4-15CC-DA38-9418-C53699F0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86668-AB7E-86E7-B881-4FF121E9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54B1D-7302-AB5C-23E7-53E209E1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804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513B-2F4A-6751-BA1E-477FA84D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C862D-4AC7-439A-B910-104EE805D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1F80B-0F2F-AF8B-8891-B6E0C95D5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898E1-5549-4039-7C59-D6D61447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A162B-4F5F-2625-051A-2BDB2E4B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38AA0-B0E5-B44F-CF52-E7041D88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121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5F1E-7106-4DB4-701A-1CE1E522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58222-8EE9-FE91-7A95-FA05AD57A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C63EC-2D85-5C29-597F-73E320451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3424C5-83E8-AF4A-9575-B4165E2D0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572D5-ED68-BA94-866C-F66A194E19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8056C-8DB8-D292-2ABB-050F1D1C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19A95-C6E8-AF4C-83EB-56EBFC51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211F9-2A31-B314-2E11-B5CC2E9F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B9C2-018B-336B-6254-F0E96F3BF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19CED-1564-7776-46EC-C52BD35C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C5B1B-E1A7-1354-71E2-E0C52194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027A7-6FF8-B723-3EA8-91D96A63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08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2D322-A7B8-4570-50CA-C969D5EF7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4BC4F-EC2A-3016-99B7-2DC8D448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586EB-9C39-3ADB-7482-01458B47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06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83E9-233D-38F5-F2CA-D444EA486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16E3F-C570-9600-CB5F-15F6297CB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A816D-9A73-AC71-83BC-9EFA5B76A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877E7-ABE2-5564-27D2-C68AA415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EA9FE-9113-F3E7-9041-717F45A8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0F33B-CB2E-00EB-2DDD-951472D8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84213-BE32-EBC9-7925-1335DF67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CD1C1-1568-87A5-DAA6-8D3DF47F5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49297-4AD3-F83C-E485-E4D91F03A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96E75-153F-451D-D9AB-F4B43016F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B73DA-577E-12F1-E095-A543CFD6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8DC9C-538D-1025-CCD5-913C4D9F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395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BD12-0308-5E97-3308-2D09D7AB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26300-44BD-AFF5-8920-EA162BD33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38AE-46EE-F496-343D-7E87E33E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B6EE3-9638-A3FE-431C-279FFE24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7124D-1F01-42B9-F987-51002DA49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0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2771B-441E-2226-298F-31890026B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489A4-8087-DBFB-36F4-41101B42C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36799-633F-8512-3826-7842CD60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67FF4-8414-E735-70AC-C9781A25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AA72D-F310-8804-F243-612969BDE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48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2F928-53FF-3D96-7364-391E0711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F1D3E-A63F-30E7-5795-B76633ACD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9BD1D-E373-07AB-AC3F-476136085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38870-312B-410B-A6B0-3A5B6A2B0AD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FBA49-9020-6136-0C3B-A6FC00CBA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026B2-7FC8-7362-6FB7-F41C313AC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6DAC9-6297-420B-927F-2D7835BD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24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C70BE3-50C3-8835-AC81-2998240EB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3F44E5-717A-7BD1-4EE1-86E6D705C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Linq for .Net Developers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812DC-7E42-5640-77DF-1A3DED230D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LINQ Query &amp; Method Syntax with Objects, XML, JSON, DataSets, and Entity Framework</a:t>
            </a:r>
            <a:endParaRPr lang="en-IN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C7B9E-5839-F2AC-E348-F35A67C2E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89" y="4935792"/>
            <a:ext cx="1738094" cy="172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1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1C7B-458B-90E5-4C6A-FF56A24C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719CC9-B52A-6F5B-CC4E-5AF329FAD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5E8D5-EDAB-4E57-D8F0-D1B411CA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DA5D5"/>
                </a:solidFill>
              </a:rPr>
              <a:t>Course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419B1-9B39-6D36-6315-6FE3A2291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3921760" cy="448627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Linq Purpose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Linq to Object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Linq to XML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Linq to Dataset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Linq to Entities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Linq to Json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9D9874-4049-7E8C-3340-10B48A644F01}"/>
              </a:ext>
            </a:extLst>
          </p:cNvPr>
          <p:cNvSpPr txBox="1">
            <a:spLocks/>
          </p:cNvSpPr>
          <p:nvPr/>
        </p:nvSpPr>
        <p:spPr>
          <a:xfrm>
            <a:off x="4759960" y="1690687"/>
            <a:ext cx="4912360" cy="44862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Standard Query Operators</a:t>
            </a:r>
          </a:p>
          <a:p>
            <a:pPr lvl="1"/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Filters</a:t>
            </a:r>
          </a:p>
          <a:p>
            <a:pPr lvl="1"/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Projection Operations</a:t>
            </a:r>
          </a:p>
          <a:p>
            <a:pPr lvl="1">
              <a:lnSpc>
                <a:spcPct val="10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Set Operations</a:t>
            </a:r>
          </a:p>
          <a:p>
            <a:pPr lvl="1">
              <a:lnSpc>
                <a:spcPct val="10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Sorting</a:t>
            </a:r>
          </a:p>
          <a:p>
            <a:pPr lvl="1">
              <a:lnSpc>
                <a:spcPct val="10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Element Operations</a:t>
            </a:r>
          </a:p>
          <a:p>
            <a:pPr lvl="1">
              <a:lnSpc>
                <a:spcPct val="10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Aggregate Operations</a:t>
            </a:r>
          </a:p>
          <a:p>
            <a:pPr lvl="1">
              <a:lnSpc>
                <a:spcPct val="10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Quantifier Operations</a:t>
            </a:r>
          </a:p>
          <a:p>
            <a:pPr lvl="1">
              <a:lnSpc>
                <a:spcPct val="10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Partitioning</a:t>
            </a:r>
          </a:p>
          <a:p>
            <a:pPr lvl="1">
              <a:lnSpc>
                <a:spcPct val="10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Join Operations</a:t>
            </a:r>
          </a:p>
          <a:p>
            <a:pPr lvl="1">
              <a:lnSpc>
                <a:spcPct val="10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Grouping</a:t>
            </a:r>
          </a:p>
          <a:p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71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A1D36-FBAE-ED2D-E6EB-91FAA60B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068780-96B1-B8BC-33C2-4059A978BC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1F2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7CE06-6EEE-572B-8597-26B3EFDD5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225"/>
            <a:ext cx="10515600" cy="892175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What is LINQ?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6378E-F49A-EEE4-CF36-407463F2C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400"/>
            <a:ext cx="10515600" cy="2260600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LINQ = Language Integrated Query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Not a database feature ❌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LINQ is a set of C# language features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Allows you to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query, filter, transform, and aggregate data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from different data sources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69A478A-E388-CDEC-4F35-A3DC4A0887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6033624"/>
              </p:ext>
            </p:extLst>
          </p:nvPr>
        </p:nvGraphicFramePr>
        <p:xfrm>
          <a:off x="933450" y="3633787"/>
          <a:ext cx="10515600" cy="236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232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4AF0FD-7F96-2D52-F803-EDAD3FB57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F6C847-ADF4-5BD3-D0F2-D246AF86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Types of Linq Syntax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EC07BFA-C9AA-F07D-C1C7-4F6570AFC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581066"/>
              </p:ext>
            </p:extLst>
          </p:nvPr>
        </p:nvGraphicFramePr>
        <p:xfrm>
          <a:off x="838200" y="1825625"/>
          <a:ext cx="4981575" cy="3460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AC2DC5E-EA67-36F6-6088-CC6BC68B56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0235511"/>
              </p:ext>
            </p:extLst>
          </p:nvPr>
        </p:nvGraphicFramePr>
        <p:xfrm>
          <a:off x="6448425" y="2055813"/>
          <a:ext cx="4905375" cy="3071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04149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  <p:bldGraphic spid="10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E44FD-77EF-8607-634A-6882B5D2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69747A-32AF-25AC-346F-4255B4A0E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E1629A-4CE3-1420-A571-0F234F45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146605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Query Syntax vs Method Syntax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34D45E-B262-D880-C114-6A9F91444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951616"/>
              </p:ext>
            </p:extLst>
          </p:nvPr>
        </p:nvGraphicFramePr>
        <p:xfrm>
          <a:off x="838203" y="2791619"/>
          <a:ext cx="10515597" cy="1854200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478270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332198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9176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Query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 Syntax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526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Operators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Supports 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829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Select clause in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88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Linq 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in Lowercase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Starts with Uppercase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78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Compile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Converted to Method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Its already in Method Syntax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74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92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B9D3-0BC3-107C-D900-4DC26FB8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612FC7-F634-7707-2603-B98EC4A18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9C9136-0937-FF2D-F2B9-2129B039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Linq with Object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Arrow: Circular 11">
            <a:extLst>
              <a:ext uri="{FF2B5EF4-FFF2-40B4-BE49-F238E27FC236}">
                <a16:creationId xmlns:a16="http://schemas.microsoft.com/office/drawing/2014/main" id="{585536B1-D495-680A-D9CC-EF05BCD68830}"/>
              </a:ext>
            </a:extLst>
          </p:cNvPr>
          <p:cNvSpPr/>
          <p:nvPr/>
        </p:nvSpPr>
        <p:spPr>
          <a:xfrm>
            <a:off x="4984050" y="1547971"/>
            <a:ext cx="2094415" cy="2094734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125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3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4EF1FD-6238-47D6-CDCE-7F1F7E5BC7FB}"/>
              </a:ext>
            </a:extLst>
          </p:cNvPr>
          <p:cNvGrpSpPr/>
          <p:nvPr/>
        </p:nvGrpSpPr>
        <p:grpSpPr>
          <a:xfrm>
            <a:off x="5446985" y="2304233"/>
            <a:ext cx="1163826" cy="581773"/>
            <a:chOff x="4964385" y="756262"/>
            <a:chExt cx="1163826" cy="58177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898E33E-0A6C-F467-FB68-F444DE4E6A86}"/>
                </a:ext>
              </a:extLst>
            </p:cNvPr>
            <p:cNvSpPr/>
            <p:nvPr/>
          </p:nvSpPr>
          <p:spPr>
            <a:xfrm>
              <a:off x="4964385" y="756262"/>
              <a:ext cx="1163826" cy="58177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165D33-AB03-5794-14B8-E6C8AC41090E}"/>
                </a:ext>
              </a:extLst>
            </p:cNvPr>
            <p:cNvSpPr txBox="1"/>
            <p:nvPr/>
          </p:nvSpPr>
          <p:spPr>
            <a:xfrm>
              <a:off x="4964385" y="756262"/>
              <a:ext cx="1163826" cy="58177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>
                  <a:solidFill>
                    <a:schemeClr val="bg1">
                      <a:lumMod val="95000"/>
                    </a:schemeClr>
                  </a:solidFill>
                </a:rPr>
                <a:t>Object</a:t>
              </a:r>
              <a:endParaRPr lang="en-IN" sz="1900" kern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14" name="Shape 13">
            <a:extLst>
              <a:ext uri="{FF2B5EF4-FFF2-40B4-BE49-F238E27FC236}">
                <a16:creationId xmlns:a16="http://schemas.microsoft.com/office/drawing/2014/main" id="{70A2C7F6-494D-F9DC-2FB5-827D58C732AA}"/>
              </a:ext>
            </a:extLst>
          </p:cNvPr>
          <p:cNvSpPr/>
          <p:nvPr/>
        </p:nvSpPr>
        <p:spPr>
          <a:xfrm>
            <a:off x="4402334" y="2751551"/>
            <a:ext cx="2094415" cy="2094734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25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-3379271"/>
              <a:satOff val="-8710"/>
              <a:lumOff val="-5883"/>
              <a:alphaOff val="0"/>
            </a:schemeClr>
          </a:fillRef>
          <a:effectRef idx="3">
            <a:schemeClr val="accent5">
              <a:hueOff val="-3379271"/>
              <a:satOff val="-8710"/>
              <a:lumOff val="-5883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CE28D78-DE16-C8F3-4EAE-DB01CC484410}"/>
              </a:ext>
            </a:extLst>
          </p:cNvPr>
          <p:cNvGrpSpPr/>
          <p:nvPr/>
        </p:nvGrpSpPr>
        <p:grpSpPr>
          <a:xfrm>
            <a:off x="4867628" y="3514775"/>
            <a:ext cx="1163826" cy="581773"/>
            <a:chOff x="4385028" y="1966804"/>
            <a:chExt cx="1163826" cy="58177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3A4097-ADC6-950A-E96E-413F41194A66}"/>
                </a:ext>
              </a:extLst>
            </p:cNvPr>
            <p:cNvSpPr/>
            <p:nvPr/>
          </p:nvSpPr>
          <p:spPr>
            <a:xfrm>
              <a:off x="4385028" y="1966804"/>
              <a:ext cx="1163826" cy="58177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B6F9A6-209E-CBCB-87F4-632321DD8A1A}"/>
                </a:ext>
              </a:extLst>
            </p:cNvPr>
            <p:cNvSpPr txBox="1"/>
            <p:nvPr/>
          </p:nvSpPr>
          <p:spPr>
            <a:xfrm>
              <a:off x="4385028" y="1966804"/>
              <a:ext cx="1163826" cy="58177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>
                  <a:solidFill>
                    <a:schemeClr val="bg1">
                      <a:lumMod val="95000"/>
                    </a:schemeClr>
                  </a:solidFill>
                </a:rPr>
                <a:t>Class</a:t>
              </a:r>
              <a:endParaRPr lang="en-IN" sz="1900" kern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16" name="Block Arc 15">
            <a:extLst>
              <a:ext uri="{FF2B5EF4-FFF2-40B4-BE49-F238E27FC236}">
                <a16:creationId xmlns:a16="http://schemas.microsoft.com/office/drawing/2014/main" id="{66EBDBD3-4531-0E8F-9FA4-C39F503AC151}"/>
              </a:ext>
            </a:extLst>
          </p:cNvPr>
          <p:cNvSpPr/>
          <p:nvPr/>
        </p:nvSpPr>
        <p:spPr>
          <a:xfrm>
            <a:off x="5133117" y="4099160"/>
            <a:ext cx="1799427" cy="1800148"/>
          </a:xfrm>
          <a:prstGeom prst="blockArc">
            <a:avLst>
              <a:gd name="adj1" fmla="val 13500000"/>
              <a:gd name="adj2" fmla="val 10800000"/>
              <a:gd name="adj3" fmla="val 1274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-6758543"/>
              <a:satOff val="-17419"/>
              <a:lumOff val="-11765"/>
              <a:alphaOff val="0"/>
            </a:schemeClr>
          </a:fillRef>
          <a:effectRef idx="3">
            <a:schemeClr val="accent5">
              <a:hueOff val="-6758543"/>
              <a:satOff val="-17419"/>
              <a:lumOff val="-11765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19C5639-0EB3-1EF6-EE3E-7D5267FF4CEC}"/>
              </a:ext>
            </a:extLst>
          </p:cNvPr>
          <p:cNvGrpSpPr/>
          <p:nvPr/>
        </p:nvGrpSpPr>
        <p:grpSpPr>
          <a:xfrm>
            <a:off x="5449738" y="4727058"/>
            <a:ext cx="1163826" cy="581773"/>
            <a:chOff x="4967138" y="3179087"/>
            <a:chExt cx="1163826" cy="58177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ABA67C-AE96-E7A8-D8F2-029E48947B66}"/>
                </a:ext>
              </a:extLst>
            </p:cNvPr>
            <p:cNvSpPr/>
            <p:nvPr/>
          </p:nvSpPr>
          <p:spPr>
            <a:xfrm>
              <a:off x="4967138" y="3179087"/>
              <a:ext cx="1163826" cy="58177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CCB30F-0AAE-0E12-F216-C4F86ED43013}"/>
                </a:ext>
              </a:extLst>
            </p:cNvPr>
            <p:cNvSpPr txBox="1"/>
            <p:nvPr/>
          </p:nvSpPr>
          <p:spPr>
            <a:xfrm>
              <a:off x="4967138" y="3179087"/>
              <a:ext cx="1163826" cy="58177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>
                  <a:solidFill>
                    <a:schemeClr val="bg1">
                      <a:lumMod val="95000"/>
                    </a:schemeClr>
                  </a:solidFill>
                </a:rPr>
                <a:t>Custom Datatype</a:t>
              </a:r>
              <a:endParaRPr lang="en-IN" sz="1900" kern="1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092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42A3-739B-5CB6-A289-9B1038D37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04ECD8-5B6D-5377-B097-ABE42B046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ACAC2E-31F9-E381-D64D-4C4D3B73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2315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Standard Query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5994F-1EC0-CBF8-72FD-53020E55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1"/>
            <a:ext cx="10002520" cy="53041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Filters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Where, OfType</a:t>
            </a: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Projection Operations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Select, SelectMany, Zip</a:t>
            </a: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Set Operations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Distinct, DistinctBy, Except, ExceptBy, Intersect, IntersectBy, Union, UnionBy</a:t>
            </a: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Sorting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OrderBy, OrderByDescending, ThenBy, ThenByDescending, Reverse</a:t>
            </a: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 Operations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First, FirstOrDefault, Last, LastOrDefault, Single, SingleOrDefault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17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C21A-1005-1D13-F6FF-5D07F1646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1E033C-9680-A632-9752-486B76AE4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571DA-4398-DCC2-C276-FFA01EDE6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60" y="1381760"/>
            <a:ext cx="10927080" cy="479552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Aggregate Operations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Min, Max, Count, Sum, Average, Sequence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Quantifier Operations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All, Any, Contains </a:t>
            </a: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Partitioning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Skip, Take, SkipWhile, TakeWhile, Chunk</a:t>
            </a: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Join Operations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Join, LeftJoin, RightJoin, GroupJoin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Grouping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GroupBy, ToLookup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5BE12-D7E1-CAA0-05D2-7E1A18665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635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Standard Query Operators</a:t>
            </a:r>
          </a:p>
        </p:txBody>
      </p:sp>
    </p:spTree>
    <p:extLst>
      <p:ext uri="{BB962C8B-B14F-4D97-AF65-F5344CB8AC3E}">
        <p14:creationId xmlns:p14="http://schemas.microsoft.com/office/powerpoint/2010/main" val="113796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F9A8-2E46-AE91-FF1B-65E34142A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C36954-2C8E-68EF-1F08-B5CA34070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5938D1-5CA9-E803-CF4C-D563A661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solidFill>
                  <a:srgbClr val="00B0F0"/>
                </a:solidFill>
              </a:rPr>
              <a:t>Congratulations for Complete the Course</a:t>
            </a:r>
            <a:endParaRPr lang="en-IN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20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269</Words>
  <Application>Microsoft Office PowerPoint</Application>
  <PresentationFormat>Widescreen</PresentationFormat>
  <Paragraphs>79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Linq for .Net Developers</vt:lpstr>
      <vt:lpstr>Course Content</vt:lpstr>
      <vt:lpstr>What is LINQ?</vt:lpstr>
      <vt:lpstr>Types of Linq Syntax</vt:lpstr>
      <vt:lpstr>Query Syntax vs Method Syntax</vt:lpstr>
      <vt:lpstr>Linq with Object</vt:lpstr>
      <vt:lpstr>Standard Query Operators</vt:lpstr>
      <vt:lpstr>Standard Query Operators</vt:lpstr>
      <vt:lpstr>Congratulations for Complete the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P</dc:creator>
  <cp:lastModifiedBy>Karthik P</cp:lastModifiedBy>
  <cp:revision>76</cp:revision>
  <dcterms:created xsi:type="dcterms:W3CDTF">2026-02-19T06:05:32Z</dcterms:created>
  <dcterms:modified xsi:type="dcterms:W3CDTF">2026-02-26T14:40:31Z</dcterms:modified>
</cp:coreProperties>
</file>